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4" r:id="rId5"/>
    <p:sldId id="265" r:id="rId6"/>
    <p:sldId id="266" r:id="rId7"/>
    <p:sldId id="269" r:id="rId8"/>
    <p:sldId id="268" r:id="rId9"/>
    <p:sldId id="270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A6E6-7631-C06A-D28A-83AF2569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3CF7D-899E-3A5D-87BE-A9DE35A5C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33F44-982B-027D-8AB4-0BC69DE5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85F2-2AB2-0CF0-7A3D-41199EC9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623C1-1E5B-5DDC-A82E-D234B252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5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028A-6EC4-F73E-35C2-8EFF97F6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07AF-AB5E-0432-344E-932AAC800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699C6-E5C0-47B5-E10F-BA68325E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38F7-4987-A4E9-9C81-CB0DF73A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89C5-06DE-169A-B71C-DFFCEFA9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A161-C2F8-3D94-8965-D8EFB828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4B9E1-577D-F8E9-FE95-AB1BA3BBD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911A-94F4-7253-23BC-99D6A58B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5CB6D-EE23-B4BF-5366-CF379F99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D908-EDB1-0E3B-5905-BA495D91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4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F8C5-47A3-D2B6-0901-42FF6FEF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E7A6-7DC3-D611-E73F-511E4DAB3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E7F63-FE22-8F02-7ACA-4F2666510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6E529-16E0-92D9-563D-15627DD3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776E7-B848-63A9-9B2B-60594F09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33B15-9277-7E18-010B-05CCE216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3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8CEF-A054-9ABF-9179-5ACAC43A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DB5A1-7E44-F63B-961C-56BABFCC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E58BC-DB32-5382-916E-742ACC293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8A6C9-6BD9-E0A3-23E3-B23FC34C3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D8BDB-4276-FAE0-70DE-6D3A1CB19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E9E5D-8646-953E-DCA9-98D87856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37D52-835B-F53F-480A-A7A84FB9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6F16B-DDAD-7B67-D59A-15D781F9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5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7C31-EA08-F53C-3826-1A98A1DB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E3A2A-F464-8CD8-61D1-4BECB6CC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558FA-FA79-A2AF-643C-42F5F14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108C1-0BD3-C501-3642-B3776EFB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3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9E8B2-AC7A-82FD-BAB8-D9E2FC6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F46E0-D9CA-FFD3-35F0-69576568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4D3E2-34D1-EE2A-0381-C0953E37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2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65FB-FF2C-C3DB-FAFF-627512E7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7923-EDBE-423E-3AEB-513777D55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09DF3-2F52-1413-6AC9-295432186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EA31A-3210-B1E7-C5F3-428238D1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A7D0F-2B18-B4C0-0393-4E34C86F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54DEB-B637-6937-0D0D-5E92BEBE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ECEF-E608-D544-003F-16D60C71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5EFFD-1FF4-F26E-92D8-0040F9353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71A15-3F79-C63B-5C3A-FD29F02A4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E68AA-96B8-D541-6C70-124E1C85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4F277-2EC8-6618-EC45-550E46C0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EBAC7-E5B8-D844-AFCB-A343F9F5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C7AE-7FE0-5115-EBC8-2816AA7D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48815-141C-CAE4-E694-C2527DE0A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87BBE-E30C-5283-C0AF-0E568B25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E112C-E47C-AE46-2DF1-C3673B31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08D8E-181C-EF30-CA90-9FBFB5049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7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F6C40-D746-F354-0EA9-174A11BF5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051AC-0EDB-03AA-44B2-4FA0BE1D3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510B5-BBD4-59D9-5AE0-8645A266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5EF85-2A2A-C722-806F-56FD3D87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DDA11-46A6-1E2D-E1B0-9A34AEEC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5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E1219-0C24-A521-908A-F3A04D3F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DC26B-D5CD-DEEE-33C9-51BC008C6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664B2-C9F4-F61F-6208-AA2531F01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9D63-2330-4BAC-9F6E-6E4EDB0B415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E0C34-CFC0-B0E4-90E0-FED2A78E9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A2C21-430C-E00B-8613-B9E81A10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95514-F81A-4F42-9626-DEC90AAF5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B3F0-AC24-E870-FF55-6A83034DD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</a:t>
            </a:r>
            <a:r>
              <a:rPr lang="en-US" altLang="zh-CN" sz="4000" dirty="0"/>
              <a:t>roject Report</a:t>
            </a:r>
            <a:br>
              <a:rPr lang="en-US" altLang="zh-CN" sz="4800" dirty="0"/>
            </a:br>
            <a:r>
              <a:rPr lang="en-US" altLang="zh-CN" sz="4800" dirty="0"/>
              <a:t>Quality Control with AI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3536D-47C1-E379-DE1E-CB3908C43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这个名称待定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443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83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B855-82FA-05F8-641E-9A23A526C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Introduction: Company &amp; Product</a:t>
            </a:r>
          </a:p>
        </p:txBody>
      </p:sp>
    </p:spTree>
    <p:extLst>
      <p:ext uri="{BB962C8B-B14F-4D97-AF65-F5344CB8AC3E}">
        <p14:creationId xmlns:p14="http://schemas.microsoft.com/office/powerpoint/2010/main" val="211810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71DF7-F652-03F5-18C3-548E6FAA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2A181-DF5A-7CE2-AB71-76D53EE4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Introduction: Quality Control in the Company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EB1E-58DE-45B4-4051-C9D47F220BC8}"/>
              </a:ext>
            </a:extLst>
          </p:cNvPr>
          <p:cNvSpPr txBox="1"/>
          <p:nvPr/>
        </p:nvSpPr>
        <p:spPr>
          <a:xfrm>
            <a:off x="405517" y="2337683"/>
            <a:ext cx="3220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Incoming Inspection</a:t>
            </a:r>
          </a:p>
          <a:p>
            <a:r>
              <a:rPr lang="en-US" dirty="0"/>
              <a:t>Manufacturing Test</a:t>
            </a:r>
          </a:p>
          <a:p>
            <a:r>
              <a:rPr lang="en-US" dirty="0"/>
              <a:t>Assembly Test</a:t>
            </a:r>
          </a:p>
          <a:p>
            <a:r>
              <a:rPr lang="en-US" dirty="0"/>
              <a:t>Routine Test</a:t>
            </a:r>
          </a:p>
          <a:p>
            <a:r>
              <a:rPr lang="en-US" dirty="0"/>
              <a:t>Package &amp; S</a:t>
            </a:r>
            <a:r>
              <a:rPr lang="en-US" altLang="zh-CN" dirty="0"/>
              <a:t>hipping</a:t>
            </a:r>
          </a:p>
          <a:p>
            <a:r>
              <a:rPr lang="en-US" dirty="0"/>
              <a:t>*I</a:t>
            </a:r>
            <a:r>
              <a:rPr lang="en-US" altLang="zh-CN" dirty="0"/>
              <a:t>nstallation &amp; Commissioning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9DA5CD-A2F3-7613-3232-ACAC693DE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875" y="1395128"/>
            <a:ext cx="6773220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8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61D15-D38C-FD61-D040-03B239A5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5065-EE31-64C5-6F4C-B7FA0F2C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Introduction: Quality Control in the Company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9624E-0D08-B412-96AA-8BE95A07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499" y="1288110"/>
            <a:ext cx="7150194" cy="35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2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57B7-899F-5410-EC9A-80464471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D76A-5D64-4214-1FE8-A7BB4148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Introduction: Vision for Digitalization and AI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49CD5-E48C-EF25-E23E-819E6EFFD6F7}"/>
              </a:ext>
            </a:extLst>
          </p:cNvPr>
          <p:cNvSpPr txBox="1"/>
          <p:nvPr/>
        </p:nvSpPr>
        <p:spPr>
          <a:xfrm>
            <a:off x="1081378" y="1781092"/>
            <a:ext cx="8984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</a:t>
            </a:r>
            <a:r>
              <a:rPr lang="en-US" altLang="zh-CN" dirty="0"/>
              <a:t>ffice Operation(OA) in generating Quality Reports</a:t>
            </a:r>
          </a:p>
          <a:p>
            <a:pPr marL="285750" indent="-285750">
              <a:buFontTx/>
              <a:buChar char="-"/>
            </a:pPr>
            <a:r>
              <a:rPr lang="en-US" dirty="0"/>
              <a:t>Image-based automatic product inspection with Machine Vision</a:t>
            </a:r>
          </a:p>
        </p:txBody>
      </p:sp>
    </p:spTree>
    <p:extLst>
      <p:ext uri="{BB962C8B-B14F-4D97-AF65-F5344CB8AC3E}">
        <p14:creationId xmlns:p14="http://schemas.microsoft.com/office/powerpoint/2010/main" val="161261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30EF-45B5-02B4-AC72-9A20B90F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Introduction: Current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11258-BB12-9A73-6A6D-FB7F9E010CAA}"/>
              </a:ext>
            </a:extLst>
          </p:cNvPr>
          <p:cNvSpPr txBox="1"/>
          <p:nvPr/>
        </p:nvSpPr>
        <p:spPr>
          <a:xfrm>
            <a:off x="3118900" y="1474637"/>
            <a:ext cx="60946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T</a:t>
            </a:r>
            <a:r>
              <a:rPr lang="en-US" altLang="zh-CN" sz="4400" dirty="0"/>
              <a:t>opic</a:t>
            </a:r>
            <a:r>
              <a:rPr lang="en-US" sz="4400" dirty="0"/>
              <a:t>: Final Control Report (FCR) with </a:t>
            </a:r>
            <a:r>
              <a:rPr lang="en-US" sz="4400" dirty="0" err="1"/>
              <a:t>Rokid</a:t>
            </a:r>
            <a:r>
              <a:rPr lang="en-US" sz="4400" dirty="0"/>
              <a:t> Glasses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0C462-82BC-BF6E-733F-F3B6F1E96497}"/>
              </a:ext>
            </a:extLst>
          </p:cNvPr>
          <p:cNvSpPr txBox="1"/>
          <p:nvPr/>
        </p:nvSpPr>
        <p:spPr>
          <a:xfrm>
            <a:off x="2305878" y="4373217"/>
            <a:ext cx="5534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altLang="zh-CN" dirty="0"/>
              <a:t>arget:</a:t>
            </a:r>
          </a:p>
          <a:p>
            <a:r>
              <a:rPr lang="en-US" dirty="0"/>
              <a:t>1 Automation in creating the FCR</a:t>
            </a:r>
          </a:p>
          <a:p>
            <a:r>
              <a:rPr lang="en-US" dirty="0"/>
              <a:t>2 Image capture with the help of the glasses </a:t>
            </a:r>
          </a:p>
        </p:txBody>
      </p:sp>
    </p:spTree>
    <p:extLst>
      <p:ext uri="{BB962C8B-B14F-4D97-AF65-F5344CB8AC3E}">
        <p14:creationId xmlns:p14="http://schemas.microsoft.com/office/powerpoint/2010/main" val="369490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4D08-54B9-A642-7F3E-610A07201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Background: Final Quality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CC369-8355-2BC9-440D-CC0BD2379BD1}"/>
              </a:ext>
            </a:extLst>
          </p:cNvPr>
          <p:cNvSpPr txBox="1"/>
          <p:nvPr/>
        </p:nvSpPr>
        <p:spPr>
          <a:xfrm>
            <a:off x="1351722" y="2162755"/>
            <a:ext cx="34349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FQC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Final quality gate before packaging and shipping, mainly focused on </a:t>
            </a:r>
            <a:r>
              <a:rPr lang="zh-CN" altLang="en-US" dirty="0"/>
              <a:t>外观</a:t>
            </a:r>
            <a:r>
              <a:rPr lang="en-US" altLang="zh-CN" dirty="0" err="1"/>
              <a:t>apperance</a:t>
            </a:r>
            <a:r>
              <a:rPr lang="zh-CN" altLang="en-US" dirty="0"/>
              <a:t>（构型</a:t>
            </a:r>
            <a:r>
              <a:rPr lang="en-US" altLang="zh-CN" dirty="0"/>
              <a:t>Structure</a:t>
            </a:r>
            <a:r>
              <a:rPr lang="zh-CN" altLang="en-US" dirty="0"/>
              <a:t>，标识</a:t>
            </a:r>
            <a:r>
              <a:rPr lang="en-US" altLang="zh-CN" dirty="0"/>
              <a:t>Label</a:t>
            </a:r>
            <a:r>
              <a:rPr lang="zh-CN" altLang="en-US" dirty="0"/>
              <a:t>），油漆</a:t>
            </a:r>
            <a:r>
              <a:rPr lang="en-US" altLang="zh-CN" dirty="0"/>
              <a:t>Painting</a:t>
            </a:r>
            <a:r>
              <a:rPr lang="zh-CN" altLang="en-US" dirty="0"/>
              <a:t>，包装</a:t>
            </a:r>
            <a:r>
              <a:rPr lang="en-US" altLang="zh-CN" dirty="0" err="1"/>
              <a:t>Bypack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Final Control Report (FCR) as a record of inspection and will be </a:t>
            </a:r>
            <a:r>
              <a:rPr lang="en-US" altLang="zh-CN" dirty="0"/>
              <a:t>archived</a:t>
            </a:r>
            <a:r>
              <a:rPr lang="en-US" dirty="0"/>
              <a:t> for 25 years.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Problem record in process is still done manually.</a:t>
            </a:r>
          </a:p>
          <a:p>
            <a:pPr marL="285750" indent="-285750">
              <a:buFontTx/>
              <a:buChar char="-"/>
            </a:pPr>
            <a:r>
              <a:rPr lang="en-US" dirty="0"/>
              <a:t>Knowledge from experts.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8431D-776F-993F-DFC7-632CE329DFF7}"/>
              </a:ext>
            </a:extLst>
          </p:cNvPr>
          <p:cNvSpPr txBox="1"/>
          <p:nvPr/>
        </p:nvSpPr>
        <p:spPr>
          <a:xfrm>
            <a:off x="5685183" y="2146852"/>
            <a:ext cx="2234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Inspection objective</a:t>
            </a:r>
          </a:p>
          <a:p>
            <a:r>
              <a:rPr lang="en-US" dirty="0"/>
              <a:t>Inspection items</a:t>
            </a:r>
          </a:p>
        </p:txBody>
      </p:sp>
    </p:spTree>
    <p:extLst>
      <p:ext uri="{BB962C8B-B14F-4D97-AF65-F5344CB8AC3E}">
        <p14:creationId xmlns:p14="http://schemas.microsoft.com/office/powerpoint/2010/main" val="56756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9C20-7CD3-0348-7982-C261522D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Background: Final Quality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E5BCA-71C7-FA53-9896-5C3F91CF8024}"/>
              </a:ext>
            </a:extLst>
          </p:cNvPr>
          <p:cNvSpPr txBox="1"/>
          <p:nvPr/>
        </p:nvSpPr>
        <p:spPr>
          <a:xfrm>
            <a:off x="946205" y="2146852"/>
            <a:ext cx="33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C3FA7-212D-1ACF-F789-644685A4C941}"/>
              </a:ext>
            </a:extLst>
          </p:cNvPr>
          <p:cNvSpPr txBox="1"/>
          <p:nvPr/>
        </p:nvSpPr>
        <p:spPr>
          <a:xfrm>
            <a:off x="2902225" y="2250218"/>
            <a:ext cx="66790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(Arrival of devices in final control area)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Start inspection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Problems?</a:t>
            </a:r>
          </a:p>
          <a:p>
            <a:pPr marL="285750" indent="-285750">
              <a:buFontTx/>
              <a:buChar char="-"/>
            </a:pPr>
            <a:r>
              <a:rPr lang="en-US" dirty="0"/>
              <a:t>yes: 1 photo record 2 problem record + description 3 problem report to FQC Team *report to responsible department in </a:t>
            </a:r>
            <a:r>
              <a:rPr lang="en-US" dirty="0" err="1"/>
              <a:t>Jiandaoyun</a:t>
            </a:r>
            <a:r>
              <a:rPr lang="en-US" dirty="0"/>
              <a:t>? 4 solution applied 5 problem recorded in monthly report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1 Fill in FCR (by hand)</a:t>
            </a:r>
          </a:p>
          <a:p>
            <a:r>
              <a:rPr lang="en-US" dirty="0"/>
              <a:t>2 Fill in Project Progress Report (Excel)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Archive</a:t>
            </a:r>
          </a:p>
        </p:txBody>
      </p:sp>
    </p:spTree>
    <p:extLst>
      <p:ext uri="{BB962C8B-B14F-4D97-AF65-F5344CB8AC3E}">
        <p14:creationId xmlns:p14="http://schemas.microsoft.com/office/powerpoint/2010/main" val="409277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4208-EF9A-3C60-5159-52CB5F7C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Background: </a:t>
            </a:r>
            <a:r>
              <a:rPr lang="en-US" dirty="0" err="1"/>
              <a:t>Rokid</a:t>
            </a:r>
            <a:r>
              <a:rPr lang="en-US" dirty="0"/>
              <a:t> Glasses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8E4EE-53E5-1125-B2E2-0C038D3FB95F}"/>
              </a:ext>
            </a:extLst>
          </p:cNvPr>
          <p:cNvSpPr txBox="1"/>
          <p:nvPr/>
        </p:nvSpPr>
        <p:spPr>
          <a:xfrm>
            <a:off x="2075290" y="1963972"/>
            <a:ext cx="32282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Camera</a:t>
            </a:r>
          </a:p>
          <a:p>
            <a:pPr marL="285750" indent="-285750">
              <a:buFontTx/>
              <a:buChar char="-"/>
            </a:pPr>
            <a:r>
              <a:rPr lang="en-US" dirty="0"/>
              <a:t>Microphone</a:t>
            </a:r>
          </a:p>
          <a:p>
            <a:pPr marL="285750" indent="-285750">
              <a:buFontTx/>
              <a:buChar char="-"/>
            </a:pPr>
            <a:r>
              <a:rPr lang="en-US" dirty="0"/>
              <a:t>AI Agents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Development Platforms: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Rizon</a:t>
            </a:r>
            <a:r>
              <a:rPr lang="en-US" dirty="0"/>
              <a:t> (low-code platform for workflow and AI agent)</a:t>
            </a:r>
          </a:p>
          <a:p>
            <a:pPr marL="285750" indent="-285750">
              <a:buFontTx/>
              <a:buChar char="-"/>
            </a:pPr>
            <a:r>
              <a:rPr lang="en-US" dirty="0"/>
              <a:t>AIUI Studio (UI)</a:t>
            </a:r>
          </a:p>
          <a:p>
            <a:pPr marL="285750" indent="-285750">
              <a:buFontTx/>
              <a:buChar char="-"/>
            </a:pPr>
            <a:r>
              <a:rPr lang="en-US" dirty="0"/>
              <a:t>SDK (Commercial</a:t>
            </a:r>
            <a:r>
              <a:rPr lang="zh-CN" altLang="en-US" dirty="0"/>
              <a:t> </a:t>
            </a:r>
            <a:r>
              <a:rPr lang="en-US" altLang="zh-CN" dirty="0"/>
              <a:t>vs Enterprise, S vs M vs </a:t>
            </a:r>
            <a:r>
              <a:rPr lang="en-US" altLang="zh-CN"/>
              <a:t>L)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02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CBA0-4A4D-749C-FF5B-637A4DF2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Project Progress: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FDBBB-4633-4E30-910A-7BF9E5BD8A79}"/>
              </a:ext>
            </a:extLst>
          </p:cNvPr>
          <p:cNvSpPr txBox="1"/>
          <p:nvPr/>
        </p:nvSpPr>
        <p:spPr>
          <a:xfrm>
            <a:off x="1041621" y="2417197"/>
            <a:ext cx="2910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Videoclip + Excel + FCR</a:t>
            </a:r>
          </a:p>
          <a:p>
            <a:r>
              <a:rPr lang="zh-CN" altLang="en-US" dirty="0"/>
              <a:t>可以多分几页，放清楚一点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2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66B2-082B-7548-2BB0-F9059D98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P</a:t>
            </a:r>
            <a:r>
              <a:rPr lang="en-US" altLang="zh-CN" dirty="0"/>
              <a:t>roject Progress: Workflow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06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3F2B-060C-820A-7F55-654FD469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Future Work</a:t>
            </a:r>
          </a:p>
        </p:txBody>
      </p:sp>
    </p:spTree>
    <p:extLst>
      <p:ext uri="{BB962C8B-B14F-4D97-AF65-F5344CB8AC3E}">
        <p14:creationId xmlns:p14="http://schemas.microsoft.com/office/powerpoint/2010/main" val="336892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26E2-F5FF-2BBD-C79F-9C130624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7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Project Report Quality Control with AI</vt:lpstr>
      <vt:lpstr>PowerPoint Presentation</vt:lpstr>
      <vt:lpstr>1 Introduction: Company &amp; Product</vt:lpstr>
      <vt:lpstr>1 Introduction: Quality Control in the Company</vt:lpstr>
      <vt:lpstr>1 Introduction: Quality Control in the Company</vt:lpstr>
      <vt:lpstr>1 Introduction: Vision for Digitalization and AI Usage</vt:lpstr>
      <vt:lpstr>1 Introduction: Current Project</vt:lpstr>
      <vt:lpstr>2 Background: Final Quality Control</vt:lpstr>
      <vt:lpstr>2 Background: Final Quality Control</vt:lpstr>
      <vt:lpstr>2 Background: Rokid Glasses</vt:lpstr>
      <vt:lpstr>3 Project Progress: Demo</vt:lpstr>
      <vt:lpstr>3 Project Progress: Workflow</vt:lpstr>
      <vt:lpstr>4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Yimin</dc:creator>
  <cp:lastModifiedBy>Hu, Yimin</cp:lastModifiedBy>
  <cp:revision>5</cp:revision>
  <dcterms:created xsi:type="dcterms:W3CDTF">2026-09-11T06:59:02Z</dcterms:created>
  <dcterms:modified xsi:type="dcterms:W3CDTF">2026-09-11T08:49:31Z</dcterms:modified>
</cp:coreProperties>
</file>